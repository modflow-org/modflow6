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sldIdLst>
    <p:sldId id="256" r:id="rId2"/>
  </p:sldIdLst>
  <p:sldSz cx="8229600" cy="59436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9" autoAdjust="0"/>
    <p:restoredTop sz="94660"/>
  </p:normalViewPr>
  <p:slideViewPr>
    <p:cSldViewPr snapToGrid="0">
      <p:cViewPr>
        <p:scale>
          <a:sx n="125" d="100"/>
          <a:sy n="125" d="100"/>
        </p:scale>
        <p:origin x="2430" y="14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17220" y="972715"/>
            <a:ext cx="6995160" cy="2069253"/>
          </a:xfrm>
        </p:spPr>
        <p:txBody>
          <a:bodyPr anchor="b"/>
          <a:lstStyle>
            <a:lvl1pPr algn="ctr">
              <a:defRPr sz="5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28700" y="3121766"/>
            <a:ext cx="6172200" cy="1434994"/>
          </a:xfrm>
        </p:spPr>
        <p:txBody>
          <a:bodyPr/>
          <a:lstStyle>
            <a:lvl1pPr marL="0" indent="0" algn="ctr">
              <a:buNone/>
              <a:defRPr sz="2080"/>
            </a:lvl1pPr>
            <a:lvl2pPr marL="396255" indent="0" algn="ctr">
              <a:buNone/>
              <a:defRPr sz="1733"/>
            </a:lvl2pPr>
            <a:lvl3pPr marL="792510" indent="0" algn="ctr">
              <a:buNone/>
              <a:defRPr sz="1560"/>
            </a:lvl3pPr>
            <a:lvl4pPr marL="1188766" indent="0" algn="ctr">
              <a:buNone/>
              <a:defRPr sz="1387"/>
            </a:lvl4pPr>
            <a:lvl5pPr marL="1585021" indent="0" algn="ctr">
              <a:buNone/>
              <a:defRPr sz="1387"/>
            </a:lvl5pPr>
            <a:lvl6pPr marL="1981276" indent="0" algn="ctr">
              <a:buNone/>
              <a:defRPr sz="1387"/>
            </a:lvl6pPr>
            <a:lvl7pPr marL="2377531" indent="0" algn="ctr">
              <a:buNone/>
              <a:defRPr sz="1387"/>
            </a:lvl7pPr>
            <a:lvl8pPr marL="2773787" indent="0" algn="ctr">
              <a:buNone/>
              <a:defRPr sz="1387"/>
            </a:lvl8pPr>
            <a:lvl9pPr marL="3170042" indent="0" algn="ctr">
              <a:buNone/>
              <a:defRPr sz="1387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54808E-8DB4-4493-9A61-38B306C64F33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2B923E-259E-4F3A-9B43-3CDD65EC17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47871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54808E-8DB4-4493-9A61-38B306C64F33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2B923E-259E-4F3A-9B43-3CDD65EC17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35785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1499" y="1481774"/>
            <a:ext cx="7098030" cy="2472372"/>
          </a:xfrm>
        </p:spPr>
        <p:txBody>
          <a:bodyPr anchor="b"/>
          <a:lstStyle>
            <a:lvl1pPr>
              <a:defRPr sz="5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61499" y="3977536"/>
            <a:ext cx="7098030" cy="1300162"/>
          </a:xfrm>
        </p:spPr>
        <p:txBody>
          <a:bodyPr/>
          <a:lstStyle>
            <a:lvl1pPr marL="0" indent="0">
              <a:buNone/>
              <a:defRPr sz="2080">
                <a:solidFill>
                  <a:schemeClr val="tx1">
                    <a:tint val="82000"/>
                  </a:schemeClr>
                </a:solidFill>
              </a:defRPr>
            </a:lvl1pPr>
            <a:lvl2pPr marL="396255" indent="0">
              <a:buNone/>
              <a:defRPr sz="1733">
                <a:solidFill>
                  <a:schemeClr val="tx1">
                    <a:tint val="82000"/>
                  </a:schemeClr>
                </a:solidFill>
              </a:defRPr>
            </a:lvl2pPr>
            <a:lvl3pPr marL="792510" indent="0">
              <a:buNone/>
              <a:defRPr sz="1560">
                <a:solidFill>
                  <a:schemeClr val="tx1">
                    <a:tint val="82000"/>
                  </a:schemeClr>
                </a:solidFill>
              </a:defRPr>
            </a:lvl3pPr>
            <a:lvl4pPr marL="1188766" indent="0">
              <a:buNone/>
              <a:defRPr sz="1387">
                <a:solidFill>
                  <a:schemeClr val="tx1">
                    <a:tint val="82000"/>
                  </a:schemeClr>
                </a:solidFill>
              </a:defRPr>
            </a:lvl4pPr>
            <a:lvl5pPr marL="1585021" indent="0">
              <a:buNone/>
              <a:defRPr sz="1387">
                <a:solidFill>
                  <a:schemeClr val="tx1">
                    <a:tint val="82000"/>
                  </a:schemeClr>
                </a:solidFill>
              </a:defRPr>
            </a:lvl5pPr>
            <a:lvl6pPr marL="1981276" indent="0">
              <a:buNone/>
              <a:defRPr sz="1387">
                <a:solidFill>
                  <a:schemeClr val="tx1">
                    <a:tint val="82000"/>
                  </a:schemeClr>
                </a:solidFill>
              </a:defRPr>
            </a:lvl6pPr>
            <a:lvl7pPr marL="2377531" indent="0">
              <a:buNone/>
              <a:defRPr sz="1387">
                <a:solidFill>
                  <a:schemeClr val="tx1">
                    <a:tint val="82000"/>
                  </a:schemeClr>
                </a:solidFill>
              </a:defRPr>
            </a:lvl7pPr>
            <a:lvl8pPr marL="2773787" indent="0">
              <a:buNone/>
              <a:defRPr sz="1387">
                <a:solidFill>
                  <a:schemeClr val="tx1">
                    <a:tint val="82000"/>
                  </a:schemeClr>
                </a:solidFill>
              </a:defRPr>
            </a:lvl8pPr>
            <a:lvl9pPr marL="3170042" indent="0">
              <a:buNone/>
              <a:defRPr sz="1387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54808E-8DB4-4493-9A61-38B306C64F33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2B923E-259E-4F3A-9B43-3CDD65EC17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69878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65785" y="1582208"/>
            <a:ext cx="3497580" cy="37711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166235" y="1582208"/>
            <a:ext cx="3497580" cy="37711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54808E-8DB4-4493-9A61-38B306C64F33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2B923E-259E-4F3A-9B43-3CDD65EC17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32308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6857" y="316443"/>
            <a:ext cx="7098030" cy="114882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66858" y="1457008"/>
            <a:ext cx="3481506" cy="714057"/>
          </a:xfrm>
        </p:spPr>
        <p:txBody>
          <a:bodyPr anchor="b"/>
          <a:lstStyle>
            <a:lvl1pPr marL="0" indent="0">
              <a:buNone/>
              <a:defRPr sz="2080" b="1"/>
            </a:lvl1pPr>
            <a:lvl2pPr marL="396255" indent="0">
              <a:buNone/>
              <a:defRPr sz="1733" b="1"/>
            </a:lvl2pPr>
            <a:lvl3pPr marL="792510" indent="0">
              <a:buNone/>
              <a:defRPr sz="1560" b="1"/>
            </a:lvl3pPr>
            <a:lvl4pPr marL="1188766" indent="0">
              <a:buNone/>
              <a:defRPr sz="1387" b="1"/>
            </a:lvl4pPr>
            <a:lvl5pPr marL="1585021" indent="0">
              <a:buNone/>
              <a:defRPr sz="1387" b="1"/>
            </a:lvl5pPr>
            <a:lvl6pPr marL="1981276" indent="0">
              <a:buNone/>
              <a:defRPr sz="1387" b="1"/>
            </a:lvl6pPr>
            <a:lvl7pPr marL="2377531" indent="0">
              <a:buNone/>
              <a:defRPr sz="1387" b="1"/>
            </a:lvl7pPr>
            <a:lvl8pPr marL="2773787" indent="0">
              <a:buNone/>
              <a:defRPr sz="1387" b="1"/>
            </a:lvl8pPr>
            <a:lvl9pPr marL="3170042" indent="0">
              <a:buNone/>
              <a:defRPr sz="1387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6858" y="2171065"/>
            <a:ext cx="3481506" cy="319331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166235" y="1457008"/>
            <a:ext cx="3498652" cy="714057"/>
          </a:xfrm>
        </p:spPr>
        <p:txBody>
          <a:bodyPr anchor="b"/>
          <a:lstStyle>
            <a:lvl1pPr marL="0" indent="0">
              <a:buNone/>
              <a:defRPr sz="2080" b="1"/>
            </a:lvl1pPr>
            <a:lvl2pPr marL="396255" indent="0">
              <a:buNone/>
              <a:defRPr sz="1733" b="1"/>
            </a:lvl2pPr>
            <a:lvl3pPr marL="792510" indent="0">
              <a:buNone/>
              <a:defRPr sz="1560" b="1"/>
            </a:lvl3pPr>
            <a:lvl4pPr marL="1188766" indent="0">
              <a:buNone/>
              <a:defRPr sz="1387" b="1"/>
            </a:lvl4pPr>
            <a:lvl5pPr marL="1585021" indent="0">
              <a:buNone/>
              <a:defRPr sz="1387" b="1"/>
            </a:lvl5pPr>
            <a:lvl6pPr marL="1981276" indent="0">
              <a:buNone/>
              <a:defRPr sz="1387" b="1"/>
            </a:lvl6pPr>
            <a:lvl7pPr marL="2377531" indent="0">
              <a:buNone/>
              <a:defRPr sz="1387" b="1"/>
            </a:lvl7pPr>
            <a:lvl8pPr marL="2773787" indent="0">
              <a:buNone/>
              <a:defRPr sz="1387" b="1"/>
            </a:lvl8pPr>
            <a:lvl9pPr marL="3170042" indent="0">
              <a:buNone/>
              <a:defRPr sz="1387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166235" y="2171065"/>
            <a:ext cx="3498652" cy="319331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54808E-8DB4-4493-9A61-38B306C64F33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2B923E-259E-4F3A-9B43-3CDD65EC17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33329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54808E-8DB4-4493-9A61-38B306C64F33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2B923E-259E-4F3A-9B43-3CDD65EC17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67266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54808E-8DB4-4493-9A61-38B306C64F33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2B923E-259E-4F3A-9B43-3CDD65EC17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79241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6857" y="396240"/>
            <a:ext cx="2654260" cy="1386840"/>
          </a:xfrm>
        </p:spPr>
        <p:txBody>
          <a:bodyPr anchor="b"/>
          <a:lstStyle>
            <a:lvl1pPr>
              <a:defRPr sz="2773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98652" y="855770"/>
            <a:ext cx="4166235" cy="4223808"/>
          </a:xfrm>
        </p:spPr>
        <p:txBody>
          <a:bodyPr/>
          <a:lstStyle>
            <a:lvl1pPr>
              <a:defRPr sz="2773"/>
            </a:lvl1pPr>
            <a:lvl2pPr>
              <a:defRPr sz="2427"/>
            </a:lvl2pPr>
            <a:lvl3pPr>
              <a:defRPr sz="2080"/>
            </a:lvl3pPr>
            <a:lvl4pPr>
              <a:defRPr sz="1733"/>
            </a:lvl4pPr>
            <a:lvl5pPr>
              <a:defRPr sz="1733"/>
            </a:lvl5pPr>
            <a:lvl6pPr>
              <a:defRPr sz="1733"/>
            </a:lvl6pPr>
            <a:lvl7pPr>
              <a:defRPr sz="1733"/>
            </a:lvl7pPr>
            <a:lvl8pPr>
              <a:defRPr sz="1733"/>
            </a:lvl8pPr>
            <a:lvl9pPr>
              <a:defRPr sz="173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66857" y="1783080"/>
            <a:ext cx="2654260" cy="3303376"/>
          </a:xfrm>
        </p:spPr>
        <p:txBody>
          <a:bodyPr/>
          <a:lstStyle>
            <a:lvl1pPr marL="0" indent="0">
              <a:buNone/>
              <a:defRPr sz="1387"/>
            </a:lvl1pPr>
            <a:lvl2pPr marL="396255" indent="0">
              <a:buNone/>
              <a:defRPr sz="1213"/>
            </a:lvl2pPr>
            <a:lvl3pPr marL="792510" indent="0">
              <a:buNone/>
              <a:defRPr sz="1040"/>
            </a:lvl3pPr>
            <a:lvl4pPr marL="1188766" indent="0">
              <a:buNone/>
              <a:defRPr sz="867"/>
            </a:lvl4pPr>
            <a:lvl5pPr marL="1585021" indent="0">
              <a:buNone/>
              <a:defRPr sz="867"/>
            </a:lvl5pPr>
            <a:lvl6pPr marL="1981276" indent="0">
              <a:buNone/>
              <a:defRPr sz="867"/>
            </a:lvl6pPr>
            <a:lvl7pPr marL="2377531" indent="0">
              <a:buNone/>
              <a:defRPr sz="867"/>
            </a:lvl7pPr>
            <a:lvl8pPr marL="2773787" indent="0">
              <a:buNone/>
              <a:defRPr sz="867"/>
            </a:lvl8pPr>
            <a:lvl9pPr marL="3170042" indent="0">
              <a:buNone/>
              <a:defRPr sz="86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54808E-8DB4-4493-9A61-38B306C64F33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2B923E-259E-4F3A-9B43-3CDD65EC17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79248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6857" y="396240"/>
            <a:ext cx="2654260" cy="1386840"/>
          </a:xfrm>
        </p:spPr>
        <p:txBody>
          <a:bodyPr anchor="b"/>
          <a:lstStyle>
            <a:lvl1pPr>
              <a:defRPr sz="2773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498652" y="855770"/>
            <a:ext cx="4166235" cy="4223808"/>
          </a:xfrm>
        </p:spPr>
        <p:txBody>
          <a:bodyPr anchor="t"/>
          <a:lstStyle>
            <a:lvl1pPr marL="0" indent="0">
              <a:buNone/>
              <a:defRPr sz="2773"/>
            </a:lvl1pPr>
            <a:lvl2pPr marL="396255" indent="0">
              <a:buNone/>
              <a:defRPr sz="2427"/>
            </a:lvl2pPr>
            <a:lvl3pPr marL="792510" indent="0">
              <a:buNone/>
              <a:defRPr sz="2080"/>
            </a:lvl3pPr>
            <a:lvl4pPr marL="1188766" indent="0">
              <a:buNone/>
              <a:defRPr sz="1733"/>
            </a:lvl4pPr>
            <a:lvl5pPr marL="1585021" indent="0">
              <a:buNone/>
              <a:defRPr sz="1733"/>
            </a:lvl5pPr>
            <a:lvl6pPr marL="1981276" indent="0">
              <a:buNone/>
              <a:defRPr sz="1733"/>
            </a:lvl6pPr>
            <a:lvl7pPr marL="2377531" indent="0">
              <a:buNone/>
              <a:defRPr sz="1733"/>
            </a:lvl7pPr>
            <a:lvl8pPr marL="2773787" indent="0">
              <a:buNone/>
              <a:defRPr sz="1733"/>
            </a:lvl8pPr>
            <a:lvl9pPr marL="3170042" indent="0">
              <a:buNone/>
              <a:defRPr sz="1733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66857" y="1783080"/>
            <a:ext cx="2654260" cy="3303376"/>
          </a:xfrm>
        </p:spPr>
        <p:txBody>
          <a:bodyPr/>
          <a:lstStyle>
            <a:lvl1pPr marL="0" indent="0">
              <a:buNone/>
              <a:defRPr sz="1387"/>
            </a:lvl1pPr>
            <a:lvl2pPr marL="396255" indent="0">
              <a:buNone/>
              <a:defRPr sz="1213"/>
            </a:lvl2pPr>
            <a:lvl3pPr marL="792510" indent="0">
              <a:buNone/>
              <a:defRPr sz="1040"/>
            </a:lvl3pPr>
            <a:lvl4pPr marL="1188766" indent="0">
              <a:buNone/>
              <a:defRPr sz="867"/>
            </a:lvl4pPr>
            <a:lvl5pPr marL="1585021" indent="0">
              <a:buNone/>
              <a:defRPr sz="867"/>
            </a:lvl5pPr>
            <a:lvl6pPr marL="1981276" indent="0">
              <a:buNone/>
              <a:defRPr sz="867"/>
            </a:lvl6pPr>
            <a:lvl7pPr marL="2377531" indent="0">
              <a:buNone/>
              <a:defRPr sz="867"/>
            </a:lvl7pPr>
            <a:lvl8pPr marL="2773787" indent="0">
              <a:buNone/>
              <a:defRPr sz="867"/>
            </a:lvl8pPr>
            <a:lvl9pPr marL="3170042" indent="0">
              <a:buNone/>
              <a:defRPr sz="86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54808E-8DB4-4493-9A61-38B306C64F33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2B923E-259E-4F3A-9B43-3CDD65EC17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74187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54808E-8DB4-4493-9A61-38B306C64F33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2B923E-259E-4F3A-9B43-3CDD65EC17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05467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889308" y="316442"/>
            <a:ext cx="1774508" cy="503692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65785" y="316442"/>
            <a:ext cx="5220653" cy="503692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54808E-8DB4-4493-9A61-38B306C64F33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2B923E-259E-4F3A-9B43-3CDD65EC17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15953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65785" y="316443"/>
            <a:ext cx="7098030" cy="11488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65785" y="1582208"/>
            <a:ext cx="7098030" cy="37711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65785" y="5508838"/>
            <a:ext cx="1851660" cy="31644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4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A54808E-8DB4-4493-9A61-38B306C64F33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726055" y="5508838"/>
            <a:ext cx="2777490" cy="31644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4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812155" y="5508838"/>
            <a:ext cx="1851660" cy="31644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4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72B923E-259E-4F3A-9B43-3CDD65EC17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45269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l" defTabSz="792510" rtl="0" eaLnBrk="1" latinLnBrk="0" hangingPunct="1">
        <a:lnSpc>
          <a:spcPct val="90000"/>
        </a:lnSpc>
        <a:spcBef>
          <a:spcPct val="0"/>
        </a:spcBef>
        <a:buNone/>
        <a:defRPr sz="381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98128" indent="-198128" algn="l" defTabSz="792510" rtl="0" eaLnBrk="1" latinLnBrk="0" hangingPunct="1">
        <a:lnSpc>
          <a:spcPct val="90000"/>
        </a:lnSpc>
        <a:spcBef>
          <a:spcPts val="867"/>
        </a:spcBef>
        <a:buFont typeface="Arial" panose="020B0604020202020204" pitchFamily="34" charset="0"/>
        <a:buChar char="•"/>
        <a:defRPr sz="2427" kern="1200">
          <a:solidFill>
            <a:schemeClr val="tx1"/>
          </a:solidFill>
          <a:latin typeface="+mn-lt"/>
          <a:ea typeface="+mn-ea"/>
          <a:cs typeface="+mn-cs"/>
        </a:defRPr>
      </a:lvl1pPr>
      <a:lvl2pPr marL="594383" indent="-198128" algn="l" defTabSz="792510" rtl="0" eaLnBrk="1" latinLnBrk="0" hangingPunct="1">
        <a:lnSpc>
          <a:spcPct val="90000"/>
        </a:lnSpc>
        <a:spcBef>
          <a:spcPts val="433"/>
        </a:spcBef>
        <a:buFont typeface="Arial" panose="020B0604020202020204" pitchFamily="34" charset="0"/>
        <a:buChar char="•"/>
        <a:defRPr sz="2080" kern="1200">
          <a:solidFill>
            <a:schemeClr val="tx1"/>
          </a:solidFill>
          <a:latin typeface="+mn-lt"/>
          <a:ea typeface="+mn-ea"/>
          <a:cs typeface="+mn-cs"/>
        </a:defRPr>
      </a:lvl2pPr>
      <a:lvl3pPr marL="990638" indent="-198128" algn="l" defTabSz="792510" rtl="0" eaLnBrk="1" latinLnBrk="0" hangingPunct="1">
        <a:lnSpc>
          <a:spcPct val="90000"/>
        </a:lnSpc>
        <a:spcBef>
          <a:spcPts val="433"/>
        </a:spcBef>
        <a:buFont typeface="Arial" panose="020B0604020202020204" pitchFamily="34" charset="0"/>
        <a:buChar char="•"/>
        <a:defRPr sz="1733" kern="1200">
          <a:solidFill>
            <a:schemeClr val="tx1"/>
          </a:solidFill>
          <a:latin typeface="+mn-lt"/>
          <a:ea typeface="+mn-ea"/>
          <a:cs typeface="+mn-cs"/>
        </a:defRPr>
      </a:lvl3pPr>
      <a:lvl4pPr marL="1386893" indent="-198128" algn="l" defTabSz="792510" rtl="0" eaLnBrk="1" latinLnBrk="0" hangingPunct="1">
        <a:lnSpc>
          <a:spcPct val="90000"/>
        </a:lnSpc>
        <a:spcBef>
          <a:spcPts val="433"/>
        </a:spcBef>
        <a:buFont typeface="Arial" panose="020B0604020202020204" pitchFamily="34" charset="0"/>
        <a:buChar char="•"/>
        <a:defRPr sz="1560" kern="1200">
          <a:solidFill>
            <a:schemeClr val="tx1"/>
          </a:solidFill>
          <a:latin typeface="+mn-lt"/>
          <a:ea typeface="+mn-ea"/>
          <a:cs typeface="+mn-cs"/>
        </a:defRPr>
      </a:lvl4pPr>
      <a:lvl5pPr marL="1783149" indent="-198128" algn="l" defTabSz="792510" rtl="0" eaLnBrk="1" latinLnBrk="0" hangingPunct="1">
        <a:lnSpc>
          <a:spcPct val="90000"/>
        </a:lnSpc>
        <a:spcBef>
          <a:spcPts val="433"/>
        </a:spcBef>
        <a:buFont typeface="Arial" panose="020B0604020202020204" pitchFamily="34" charset="0"/>
        <a:buChar char="•"/>
        <a:defRPr sz="1560" kern="1200">
          <a:solidFill>
            <a:schemeClr val="tx1"/>
          </a:solidFill>
          <a:latin typeface="+mn-lt"/>
          <a:ea typeface="+mn-ea"/>
          <a:cs typeface="+mn-cs"/>
        </a:defRPr>
      </a:lvl5pPr>
      <a:lvl6pPr marL="2179404" indent="-198128" algn="l" defTabSz="792510" rtl="0" eaLnBrk="1" latinLnBrk="0" hangingPunct="1">
        <a:lnSpc>
          <a:spcPct val="90000"/>
        </a:lnSpc>
        <a:spcBef>
          <a:spcPts val="433"/>
        </a:spcBef>
        <a:buFont typeface="Arial" panose="020B0604020202020204" pitchFamily="34" charset="0"/>
        <a:buChar char="•"/>
        <a:defRPr sz="1560" kern="1200">
          <a:solidFill>
            <a:schemeClr val="tx1"/>
          </a:solidFill>
          <a:latin typeface="+mn-lt"/>
          <a:ea typeface="+mn-ea"/>
          <a:cs typeface="+mn-cs"/>
        </a:defRPr>
      </a:lvl6pPr>
      <a:lvl7pPr marL="2575659" indent="-198128" algn="l" defTabSz="792510" rtl="0" eaLnBrk="1" latinLnBrk="0" hangingPunct="1">
        <a:lnSpc>
          <a:spcPct val="90000"/>
        </a:lnSpc>
        <a:spcBef>
          <a:spcPts val="433"/>
        </a:spcBef>
        <a:buFont typeface="Arial" panose="020B0604020202020204" pitchFamily="34" charset="0"/>
        <a:buChar char="•"/>
        <a:defRPr sz="1560" kern="1200">
          <a:solidFill>
            <a:schemeClr val="tx1"/>
          </a:solidFill>
          <a:latin typeface="+mn-lt"/>
          <a:ea typeface="+mn-ea"/>
          <a:cs typeface="+mn-cs"/>
        </a:defRPr>
      </a:lvl7pPr>
      <a:lvl8pPr marL="2971914" indent="-198128" algn="l" defTabSz="792510" rtl="0" eaLnBrk="1" latinLnBrk="0" hangingPunct="1">
        <a:lnSpc>
          <a:spcPct val="90000"/>
        </a:lnSpc>
        <a:spcBef>
          <a:spcPts val="433"/>
        </a:spcBef>
        <a:buFont typeface="Arial" panose="020B0604020202020204" pitchFamily="34" charset="0"/>
        <a:buChar char="•"/>
        <a:defRPr sz="1560" kern="1200">
          <a:solidFill>
            <a:schemeClr val="tx1"/>
          </a:solidFill>
          <a:latin typeface="+mn-lt"/>
          <a:ea typeface="+mn-ea"/>
          <a:cs typeface="+mn-cs"/>
        </a:defRPr>
      </a:lvl8pPr>
      <a:lvl9pPr marL="3368170" indent="-198128" algn="l" defTabSz="792510" rtl="0" eaLnBrk="1" latinLnBrk="0" hangingPunct="1">
        <a:lnSpc>
          <a:spcPct val="90000"/>
        </a:lnSpc>
        <a:spcBef>
          <a:spcPts val="433"/>
        </a:spcBef>
        <a:buFont typeface="Arial" panose="020B0604020202020204" pitchFamily="34" charset="0"/>
        <a:buChar char="•"/>
        <a:defRPr sz="156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92510" rtl="0" eaLnBrk="1" latinLnBrk="0" hangingPunct="1">
        <a:defRPr sz="1560" kern="1200">
          <a:solidFill>
            <a:schemeClr val="tx1"/>
          </a:solidFill>
          <a:latin typeface="+mn-lt"/>
          <a:ea typeface="+mn-ea"/>
          <a:cs typeface="+mn-cs"/>
        </a:defRPr>
      </a:lvl1pPr>
      <a:lvl2pPr marL="396255" algn="l" defTabSz="792510" rtl="0" eaLnBrk="1" latinLnBrk="0" hangingPunct="1">
        <a:defRPr sz="1560" kern="1200">
          <a:solidFill>
            <a:schemeClr val="tx1"/>
          </a:solidFill>
          <a:latin typeface="+mn-lt"/>
          <a:ea typeface="+mn-ea"/>
          <a:cs typeface="+mn-cs"/>
        </a:defRPr>
      </a:lvl2pPr>
      <a:lvl3pPr marL="792510" algn="l" defTabSz="792510" rtl="0" eaLnBrk="1" latinLnBrk="0" hangingPunct="1">
        <a:defRPr sz="156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66" algn="l" defTabSz="792510" rtl="0" eaLnBrk="1" latinLnBrk="0" hangingPunct="1">
        <a:defRPr sz="1560" kern="1200">
          <a:solidFill>
            <a:schemeClr val="tx1"/>
          </a:solidFill>
          <a:latin typeface="+mn-lt"/>
          <a:ea typeface="+mn-ea"/>
          <a:cs typeface="+mn-cs"/>
        </a:defRPr>
      </a:lvl4pPr>
      <a:lvl5pPr marL="1585021" algn="l" defTabSz="792510" rtl="0" eaLnBrk="1" latinLnBrk="0" hangingPunct="1">
        <a:defRPr sz="1560" kern="1200">
          <a:solidFill>
            <a:schemeClr val="tx1"/>
          </a:solidFill>
          <a:latin typeface="+mn-lt"/>
          <a:ea typeface="+mn-ea"/>
          <a:cs typeface="+mn-cs"/>
        </a:defRPr>
      </a:lvl5pPr>
      <a:lvl6pPr marL="1981276" algn="l" defTabSz="792510" rtl="0" eaLnBrk="1" latinLnBrk="0" hangingPunct="1">
        <a:defRPr sz="1560" kern="1200">
          <a:solidFill>
            <a:schemeClr val="tx1"/>
          </a:solidFill>
          <a:latin typeface="+mn-lt"/>
          <a:ea typeface="+mn-ea"/>
          <a:cs typeface="+mn-cs"/>
        </a:defRPr>
      </a:lvl6pPr>
      <a:lvl7pPr marL="2377531" algn="l" defTabSz="792510" rtl="0" eaLnBrk="1" latinLnBrk="0" hangingPunct="1">
        <a:defRPr sz="1560" kern="1200">
          <a:solidFill>
            <a:schemeClr val="tx1"/>
          </a:solidFill>
          <a:latin typeface="+mn-lt"/>
          <a:ea typeface="+mn-ea"/>
          <a:cs typeface="+mn-cs"/>
        </a:defRPr>
      </a:lvl7pPr>
      <a:lvl8pPr marL="2773787" algn="l" defTabSz="792510" rtl="0" eaLnBrk="1" latinLnBrk="0" hangingPunct="1">
        <a:defRPr sz="1560" kern="1200">
          <a:solidFill>
            <a:schemeClr val="tx1"/>
          </a:solidFill>
          <a:latin typeface="+mn-lt"/>
          <a:ea typeface="+mn-ea"/>
          <a:cs typeface="+mn-cs"/>
        </a:defRPr>
      </a:lvl8pPr>
      <a:lvl9pPr marL="3170042" algn="l" defTabSz="792510" rtl="0" eaLnBrk="1" latinLnBrk="0" hangingPunct="1">
        <a:defRPr sz="15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Freeform: Shape 61">
            <a:extLst>
              <a:ext uri="{FF2B5EF4-FFF2-40B4-BE49-F238E27FC236}">
                <a16:creationId xmlns:a16="http://schemas.microsoft.com/office/drawing/2014/main" id="{713E3FCF-0F0B-30DD-FA72-9EFDC9908FAC}"/>
              </a:ext>
            </a:extLst>
          </p:cNvPr>
          <p:cNvSpPr/>
          <p:nvPr/>
        </p:nvSpPr>
        <p:spPr>
          <a:xfrm>
            <a:off x="4265930" y="4251848"/>
            <a:ext cx="3831590" cy="1004570"/>
          </a:xfrm>
          <a:custGeom>
            <a:avLst/>
            <a:gdLst>
              <a:gd name="csX0" fmla="*/ 0 w 3831590"/>
              <a:gd name="csY0" fmla="*/ 852170 h 1004570"/>
              <a:gd name="csX1" fmla="*/ 0 w 3831590"/>
              <a:gd name="csY1" fmla="*/ 1004570 h 1004570"/>
              <a:gd name="csX2" fmla="*/ 2030730 w 3831590"/>
              <a:gd name="csY2" fmla="*/ 1004570 h 1004570"/>
              <a:gd name="csX3" fmla="*/ 3831590 w 3831590"/>
              <a:gd name="csY3" fmla="*/ 140970 h 1004570"/>
              <a:gd name="csX4" fmla="*/ 3831590 w 3831590"/>
              <a:gd name="csY4" fmla="*/ 0 h 1004570"/>
              <a:gd name="csX5" fmla="*/ 2038350 w 3831590"/>
              <a:gd name="csY5" fmla="*/ 854710 h 1004570"/>
              <a:gd name="csX6" fmla="*/ 0 w 3831590"/>
              <a:gd name="csY6" fmla="*/ 852170 h 100457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3831590" h="1004570">
                <a:moveTo>
                  <a:pt x="0" y="852170"/>
                </a:moveTo>
                <a:lnTo>
                  <a:pt x="0" y="1004570"/>
                </a:lnTo>
                <a:lnTo>
                  <a:pt x="2030730" y="1004570"/>
                </a:lnTo>
                <a:lnTo>
                  <a:pt x="3831590" y="140970"/>
                </a:lnTo>
                <a:lnTo>
                  <a:pt x="3831590" y="0"/>
                </a:lnTo>
                <a:lnTo>
                  <a:pt x="2038350" y="854710"/>
                </a:lnTo>
                <a:lnTo>
                  <a:pt x="0" y="852170"/>
                </a:lnTo>
                <a:close/>
              </a:path>
            </a:pathLst>
          </a:custGeom>
          <a:solidFill>
            <a:schemeClr val="accent4">
              <a:lumMod val="20000"/>
              <a:lumOff val="80000"/>
              <a:alpha val="44000"/>
            </a:schemeClr>
          </a:solidFill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Freeform: Shape 56">
            <a:extLst>
              <a:ext uri="{FF2B5EF4-FFF2-40B4-BE49-F238E27FC236}">
                <a16:creationId xmlns:a16="http://schemas.microsoft.com/office/drawing/2014/main" id="{267ED604-788C-51C8-6541-C1FD216B58F6}"/>
              </a:ext>
            </a:extLst>
          </p:cNvPr>
          <p:cNvSpPr/>
          <p:nvPr/>
        </p:nvSpPr>
        <p:spPr>
          <a:xfrm>
            <a:off x="2198370" y="742005"/>
            <a:ext cx="5886450" cy="1537335"/>
          </a:xfrm>
          <a:custGeom>
            <a:avLst/>
            <a:gdLst>
              <a:gd name="csX0" fmla="*/ 1905 w 5886450"/>
              <a:gd name="csY0" fmla="*/ 859155 h 1537335"/>
              <a:gd name="csX1" fmla="*/ 0 w 5886450"/>
              <a:gd name="csY1" fmla="*/ 1055370 h 1537335"/>
              <a:gd name="csX2" fmla="*/ 2065020 w 5886450"/>
              <a:gd name="csY2" fmla="*/ 1055370 h 1537335"/>
              <a:gd name="csX3" fmla="*/ 2065020 w 5886450"/>
              <a:gd name="csY3" fmla="*/ 1537335 h 1537335"/>
              <a:gd name="csX4" fmla="*/ 4095750 w 5886450"/>
              <a:gd name="csY4" fmla="*/ 1537335 h 1537335"/>
              <a:gd name="csX5" fmla="*/ 5886450 w 5886450"/>
              <a:gd name="csY5" fmla="*/ 681990 h 1537335"/>
              <a:gd name="csX6" fmla="*/ 5886450 w 5886450"/>
              <a:gd name="csY6" fmla="*/ 0 h 1537335"/>
              <a:gd name="csX7" fmla="*/ 4128135 w 5886450"/>
              <a:gd name="csY7" fmla="*/ 855345 h 1537335"/>
              <a:gd name="csX8" fmla="*/ 1905 w 5886450"/>
              <a:gd name="csY8" fmla="*/ 859155 h 153733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5886450" h="1537335">
                <a:moveTo>
                  <a:pt x="1905" y="859155"/>
                </a:moveTo>
                <a:lnTo>
                  <a:pt x="0" y="1055370"/>
                </a:lnTo>
                <a:lnTo>
                  <a:pt x="2065020" y="1055370"/>
                </a:lnTo>
                <a:lnTo>
                  <a:pt x="2065020" y="1537335"/>
                </a:lnTo>
                <a:lnTo>
                  <a:pt x="4095750" y="1537335"/>
                </a:lnTo>
                <a:lnTo>
                  <a:pt x="5886450" y="681990"/>
                </a:lnTo>
                <a:lnTo>
                  <a:pt x="5886450" y="0"/>
                </a:lnTo>
                <a:lnTo>
                  <a:pt x="4128135" y="855345"/>
                </a:lnTo>
                <a:lnTo>
                  <a:pt x="1905" y="859155"/>
                </a:lnTo>
                <a:close/>
              </a:path>
            </a:pathLst>
          </a:custGeom>
          <a:solidFill>
            <a:schemeClr val="accent4">
              <a:lumMod val="20000"/>
              <a:lumOff val="80000"/>
              <a:alpha val="44000"/>
            </a:schemeClr>
          </a:solidFill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7BFCBB6B-8BD1-382F-93A2-501F83D089E6}"/>
              </a:ext>
            </a:extLst>
          </p:cNvPr>
          <p:cNvGrpSpPr/>
          <p:nvPr/>
        </p:nvGrpSpPr>
        <p:grpSpPr>
          <a:xfrm>
            <a:off x="145521" y="351581"/>
            <a:ext cx="7953951" cy="2491847"/>
            <a:chOff x="1939236" y="618273"/>
            <a:chExt cx="7953951" cy="2491847"/>
          </a:xfrm>
        </p:grpSpPr>
        <p:sp>
          <p:nvSpPr>
            <p:cNvPr id="6" name="Parallelogram 5">
              <a:extLst>
                <a:ext uri="{FF2B5EF4-FFF2-40B4-BE49-F238E27FC236}">
                  <a16:creationId xmlns:a16="http://schemas.microsoft.com/office/drawing/2014/main" id="{675B5528-B4FF-D6B6-1156-98C757D0DE75}"/>
                </a:ext>
              </a:extLst>
            </p:cNvPr>
            <p:cNvSpPr/>
            <p:nvPr/>
          </p:nvSpPr>
          <p:spPr>
            <a:xfrm>
              <a:off x="1959428" y="623038"/>
              <a:ext cx="3802743" cy="854085"/>
            </a:xfrm>
            <a:prstGeom prst="parallelogram">
              <a:avLst>
                <a:gd name="adj" fmla="val 207731"/>
              </a:avLst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2FBDD062-CB99-061F-12B6-A38C884BFAF2}"/>
                </a:ext>
              </a:extLst>
            </p:cNvPr>
            <p:cNvCxnSpPr>
              <a:cxnSpLocks/>
            </p:cNvCxnSpPr>
            <p:nvPr/>
          </p:nvCxnSpPr>
          <p:spPr>
            <a:xfrm>
              <a:off x="1942283" y="1477123"/>
              <a:ext cx="0" cy="1632045"/>
            </a:xfrm>
            <a:prstGeom prst="lin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3D78487D-357E-6846-6989-479BFCF1C64C}"/>
                </a:ext>
              </a:extLst>
            </p:cNvPr>
            <p:cNvCxnSpPr>
              <a:cxnSpLocks/>
            </p:cNvCxnSpPr>
            <p:nvPr/>
          </p:nvCxnSpPr>
          <p:spPr>
            <a:xfrm>
              <a:off x="3988253" y="1477123"/>
              <a:ext cx="0" cy="1632045"/>
            </a:xfrm>
            <a:prstGeom prst="lin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12" name="Parallelogram 11">
              <a:extLst>
                <a:ext uri="{FF2B5EF4-FFF2-40B4-BE49-F238E27FC236}">
                  <a16:creationId xmlns:a16="http://schemas.microsoft.com/office/drawing/2014/main" id="{D7143115-96FF-1487-98F6-16618D9C1067}"/>
                </a:ext>
              </a:extLst>
            </p:cNvPr>
            <p:cNvSpPr/>
            <p:nvPr/>
          </p:nvSpPr>
          <p:spPr>
            <a:xfrm>
              <a:off x="4020638" y="1217401"/>
              <a:ext cx="3802743" cy="854085"/>
            </a:xfrm>
            <a:prstGeom prst="parallelogram">
              <a:avLst>
                <a:gd name="adj" fmla="val 207731"/>
              </a:avLst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D06D7A55-2CD4-2A11-C76D-193FDBC14002}"/>
                </a:ext>
              </a:extLst>
            </p:cNvPr>
            <p:cNvCxnSpPr>
              <a:cxnSpLocks/>
            </p:cNvCxnSpPr>
            <p:nvPr/>
          </p:nvCxnSpPr>
          <p:spPr>
            <a:xfrm>
              <a:off x="5791341" y="618273"/>
              <a:ext cx="0" cy="606850"/>
            </a:xfrm>
            <a:prstGeom prst="lin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0114922E-3094-9668-30B0-CAFCFE605852}"/>
                </a:ext>
              </a:extLst>
            </p:cNvPr>
            <p:cNvCxnSpPr>
              <a:cxnSpLocks/>
            </p:cNvCxnSpPr>
            <p:nvPr/>
          </p:nvCxnSpPr>
          <p:spPr>
            <a:xfrm>
              <a:off x="6051368" y="2065768"/>
              <a:ext cx="0" cy="1037325"/>
            </a:xfrm>
            <a:prstGeom prst="lin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17" name="Parallelogram 16">
              <a:extLst>
                <a:ext uri="{FF2B5EF4-FFF2-40B4-BE49-F238E27FC236}">
                  <a16:creationId xmlns:a16="http://schemas.microsoft.com/office/drawing/2014/main" id="{DAA3AA98-F2F5-C3C2-1C23-DA312D24C001}"/>
                </a:ext>
              </a:extLst>
            </p:cNvPr>
            <p:cNvSpPr/>
            <p:nvPr/>
          </p:nvSpPr>
          <p:spPr>
            <a:xfrm>
              <a:off x="6075185" y="1695553"/>
              <a:ext cx="3802743" cy="854085"/>
            </a:xfrm>
            <a:prstGeom prst="parallelogram">
              <a:avLst>
                <a:gd name="adj" fmla="val 207731"/>
              </a:avLst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EAE1510A-2E6F-2B86-ADED-E461FE70C16B}"/>
                </a:ext>
              </a:extLst>
            </p:cNvPr>
            <p:cNvCxnSpPr>
              <a:cxnSpLocks/>
            </p:cNvCxnSpPr>
            <p:nvPr/>
          </p:nvCxnSpPr>
          <p:spPr>
            <a:xfrm>
              <a:off x="7850062" y="1211683"/>
              <a:ext cx="0" cy="483870"/>
            </a:xfrm>
            <a:prstGeom prst="lin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9F8F06FE-E8E1-2A65-12B0-AB6389A416CE}"/>
                </a:ext>
              </a:extLst>
            </p:cNvPr>
            <p:cNvCxnSpPr>
              <a:cxnSpLocks/>
            </p:cNvCxnSpPr>
            <p:nvPr/>
          </p:nvCxnSpPr>
          <p:spPr>
            <a:xfrm>
              <a:off x="8089151" y="2551544"/>
              <a:ext cx="0" cy="558576"/>
            </a:xfrm>
            <a:prstGeom prst="lin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366D609B-C3AE-CE2D-31F6-6C89C3113F2A}"/>
                </a:ext>
              </a:extLst>
            </p:cNvPr>
            <p:cNvCxnSpPr>
              <a:cxnSpLocks/>
            </p:cNvCxnSpPr>
            <p:nvPr/>
          </p:nvCxnSpPr>
          <p:spPr>
            <a:xfrm>
              <a:off x="9893187" y="1688463"/>
              <a:ext cx="0" cy="557642"/>
            </a:xfrm>
            <a:prstGeom prst="lin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F56EC72C-B53D-36F8-0C1F-B56349B3E8D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939236" y="3103093"/>
              <a:ext cx="6149915" cy="0"/>
            </a:xfrm>
            <a:prstGeom prst="lin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8E30FCCE-90A1-5F43-79F9-32FDFAD74A6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098154" y="2246105"/>
              <a:ext cx="1789317" cy="854085"/>
            </a:xfrm>
            <a:prstGeom prst="lin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C85F5B54-C062-3BCC-3375-4B23FF9CAB4F}"/>
              </a:ext>
            </a:extLst>
          </p:cNvPr>
          <p:cNvGrpSpPr/>
          <p:nvPr/>
        </p:nvGrpSpPr>
        <p:grpSpPr>
          <a:xfrm>
            <a:off x="146286" y="3326069"/>
            <a:ext cx="7953951" cy="2491847"/>
            <a:chOff x="1939236" y="618273"/>
            <a:chExt cx="7953951" cy="2491847"/>
          </a:xfrm>
        </p:grpSpPr>
        <p:sp>
          <p:nvSpPr>
            <p:cNvPr id="43" name="Parallelogram 42">
              <a:extLst>
                <a:ext uri="{FF2B5EF4-FFF2-40B4-BE49-F238E27FC236}">
                  <a16:creationId xmlns:a16="http://schemas.microsoft.com/office/drawing/2014/main" id="{155157ED-103B-B2CB-6804-A8680A6BBF6B}"/>
                </a:ext>
              </a:extLst>
            </p:cNvPr>
            <p:cNvSpPr/>
            <p:nvPr/>
          </p:nvSpPr>
          <p:spPr>
            <a:xfrm>
              <a:off x="1959428" y="623038"/>
              <a:ext cx="3802743" cy="854085"/>
            </a:xfrm>
            <a:prstGeom prst="parallelogram">
              <a:avLst>
                <a:gd name="adj" fmla="val 207731"/>
              </a:avLst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A3D9C059-5E89-D243-80CC-6B870AE9DB8D}"/>
                </a:ext>
              </a:extLst>
            </p:cNvPr>
            <p:cNvCxnSpPr>
              <a:cxnSpLocks/>
            </p:cNvCxnSpPr>
            <p:nvPr/>
          </p:nvCxnSpPr>
          <p:spPr>
            <a:xfrm>
              <a:off x="1942283" y="1477123"/>
              <a:ext cx="0" cy="1632045"/>
            </a:xfrm>
            <a:prstGeom prst="lin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DC242E6A-CEB7-6FFC-0C6A-151BAEBB83E1}"/>
                </a:ext>
              </a:extLst>
            </p:cNvPr>
            <p:cNvCxnSpPr>
              <a:cxnSpLocks/>
            </p:cNvCxnSpPr>
            <p:nvPr/>
          </p:nvCxnSpPr>
          <p:spPr>
            <a:xfrm>
              <a:off x="3988253" y="1477123"/>
              <a:ext cx="0" cy="1632045"/>
            </a:xfrm>
            <a:prstGeom prst="lin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46" name="Parallelogram 45">
              <a:extLst>
                <a:ext uri="{FF2B5EF4-FFF2-40B4-BE49-F238E27FC236}">
                  <a16:creationId xmlns:a16="http://schemas.microsoft.com/office/drawing/2014/main" id="{CD3E5E03-7D10-3E71-9A21-9717202475B5}"/>
                </a:ext>
              </a:extLst>
            </p:cNvPr>
            <p:cNvSpPr/>
            <p:nvPr/>
          </p:nvSpPr>
          <p:spPr>
            <a:xfrm>
              <a:off x="4020638" y="1217401"/>
              <a:ext cx="3802743" cy="854085"/>
            </a:xfrm>
            <a:prstGeom prst="parallelogram">
              <a:avLst>
                <a:gd name="adj" fmla="val 207731"/>
              </a:avLst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47" name="Straight Connector 46">
              <a:extLst>
                <a:ext uri="{FF2B5EF4-FFF2-40B4-BE49-F238E27FC236}">
                  <a16:creationId xmlns:a16="http://schemas.microsoft.com/office/drawing/2014/main" id="{677FCC2A-AB33-4351-82D2-94ADDD7883EC}"/>
                </a:ext>
              </a:extLst>
            </p:cNvPr>
            <p:cNvCxnSpPr>
              <a:cxnSpLocks/>
            </p:cNvCxnSpPr>
            <p:nvPr/>
          </p:nvCxnSpPr>
          <p:spPr>
            <a:xfrm>
              <a:off x="5791341" y="618273"/>
              <a:ext cx="0" cy="606850"/>
            </a:xfrm>
            <a:prstGeom prst="lin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E08581E6-93BF-80FF-6048-15B437402CDC}"/>
                </a:ext>
              </a:extLst>
            </p:cNvPr>
            <p:cNvCxnSpPr>
              <a:cxnSpLocks/>
            </p:cNvCxnSpPr>
            <p:nvPr/>
          </p:nvCxnSpPr>
          <p:spPr>
            <a:xfrm>
              <a:off x="6051368" y="2065768"/>
              <a:ext cx="0" cy="1037325"/>
            </a:xfrm>
            <a:prstGeom prst="lin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49" name="Parallelogram 48">
              <a:extLst>
                <a:ext uri="{FF2B5EF4-FFF2-40B4-BE49-F238E27FC236}">
                  <a16:creationId xmlns:a16="http://schemas.microsoft.com/office/drawing/2014/main" id="{FF32585C-C8E1-BE3F-ACE6-ECFA76DB0F90}"/>
                </a:ext>
              </a:extLst>
            </p:cNvPr>
            <p:cNvSpPr/>
            <p:nvPr/>
          </p:nvSpPr>
          <p:spPr>
            <a:xfrm>
              <a:off x="6075185" y="1695553"/>
              <a:ext cx="3802743" cy="854085"/>
            </a:xfrm>
            <a:prstGeom prst="parallelogram">
              <a:avLst>
                <a:gd name="adj" fmla="val 207731"/>
              </a:avLst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50" name="Straight Connector 49">
              <a:extLst>
                <a:ext uri="{FF2B5EF4-FFF2-40B4-BE49-F238E27FC236}">
                  <a16:creationId xmlns:a16="http://schemas.microsoft.com/office/drawing/2014/main" id="{139E2740-82C4-5EDA-CBC0-2F32DB66F491}"/>
                </a:ext>
              </a:extLst>
            </p:cNvPr>
            <p:cNvCxnSpPr>
              <a:cxnSpLocks/>
            </p:cNvCxnSpPr>
            <p:nvPr/>
          </p:nvCxnSpPr>
          <p:spPr>
            <a:xfrm>
              <a:off x="7850062" y="1211683"/>
              <a:ext cx="0" cy="483870"/>
            </a:xfrm>
            <a:prstGeom prst="lin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78732053-0D28-8D6F-5C3A-AC1AB9BD380B}"/>
                </a:ext>
              </a:extLst>
            </p:cNvPr>
            <p:cNvCxnSpPr>
              <a:cxnSpLocks/>
            </p:cNvCxnSpPr>
            <p:nvPr/>
          </p:nvCxnSpPr>
          <p:spPr>
            <a:xfrm>
              <a:off x="8089151" y="2551544"/>
              <a:ext cx="0" cy="558576"/>
            </a:xfrm>
            <a:prstGeom prst="lin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4152DADC-32E3-C112-A8E7-AB120EDB374A}"/>
                </a:ext>
              </a:extLst>
            </p:cNvPr>
            <p:cNvCxnSpPr>
              <a:cxnSpLocks/>
            </p:cNvCxnSpPr>
            <p:nvPr/>
          </p:nvCxnSpPr>
          <p:spPr>
            <a:xfrm>
              <a:off x="9893187" y="1688463"/>
              <a:ext cx="0" cy="557642"/>
            </a:xfrm>
            <a:prstGeom prst="lin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65408352-051A-06F2-3317-2F65D17890B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939236" y="3103093"/>
              <a:ext cx="6149915" cy="0"/>
            </a:xfrm>
            <a:prstGeom prst="lin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580C8B4B-13F3-875F-248E-37AA9C7B8EB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098154" y="2246105"/>
              <a:ext cx="1789317" cy="854085"/>
            </a:xfrm>
            <a:prstGeom prst="lin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sp>
        <p:nvSpPr>
          <p:cNvPr id="55" name="Parallelogram 54">
            <a:extLst>
              <a:ext uri="{FF2B5EF4-FFF2-40B4-BE49-F238E27FC236}">
                <a16:creationId xmlns:a16="http://schemas.microsoft.com/office/drawing/2014/main" id="{66F88A2B-1A77-A416-5EA1-E65CEDAAE69B}"/>
              </a:ext>
            </a:extLst>
          </p:cNvPr>
          <p:cNvSpPr/>
          <p:nvPr/>
        </p:nvSpPr>
        <p:spPr>
          <a:xfrm>
            <a:off x="2226915" y="738552"/>
            <a:ext cx="5857288" cy="854086"/>
          </a:xfrm>
          <a:prstGeom prst="parallelogram">
            <a:avLst>
              <a:gd name="adj" fmla="val 207731"/>
            </a:avLst>
          </a:prstGeom>
          <a:solidFill>
            <a:schemeClr val="accent4">
              <a:lumMod val="20000"/>
              <a:lumOff val="80000"/>
              <a:alpha val="44000"/>
            </a:schemeClr>
          </a:solidFill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6" name="Parallelogram 55">
            <a:extLst>
              <a:ext uri="{FF2B5EF4-FFF2-40B4-BE49-F238E27FC236}">
                <a16:creationId xmlns:a16="http://schemas.microsoft.com/office/drawing/2014/main" id="{C7F1012F-0F2E-9887-1F58-9AE0F92D068A}"/>
              </a:ext>
            </a:extLst>
          </p:cNvPr>
          <p:cNvSpPr/>
          <p:nvPr/>
        </p:nvSpPr>
        <p:spPr>
          <a:xfrm>
            <a:off x="4270040" y="4249065"/>
            <a:ext cx="3836489" cy="854087"/>
          </a:xfrm>
          <a:prstGeom prst="parallelogram">
            <a:avLst>
              <a:gd name="adj" fmla="val 211969"/>
            </a:avLst>
          </a:prstGeom>
          <a:solidFill>
            <a:schemeClr val="accent4">
              <a:lumMod val="20000"/>
              <a:lumOff val="80000"/>
              <a:alpha val="44000"/>
            </a:schemeClr>
          </a:solidFill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1B5FD9D5-9950-0BEA-2F21-81E99597A21E}"/>
              </a:ext>
            </a:extLst>
          </p:cNvPr>
          <p:cNvCxnSpPr>
            <a:cxnSpLocks/>
          </p:cNvCxnSpPr>
          <p:nvPr/>
        </p:nvCxnSpPr>
        <p:spPr>
          <a:xfrm>
            <a:off x="6304212" y="1595804"/>
            <a:ext cx="0" cy="687134"/>
          </a:xfrm>
          <a:prstGeom prst="line">
            <a:avLst/>
          </a:prstGeom>
          <a:noFill/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226551DE-6AA3-FE6B-6041-CF93515413C7}"/>
              </a:ext>
            </a:extLst>
          </p:cNvPr>
          <p:cNvCxnSpPr>
            <a:cxnSpLocks/>
          </p:cNvCxnSpPr>
          <p:nvPr/>
        </p:nvCxnSpPr>
        <p:spPr>
          <a:xfrm>
            <a:off x="6295428" y="5107889"/>
            <a:ext cx="0" cy="162330"/>
          </a:xfrm>
          <a:prstGeom prst="line">
            <a:avLst/>
          </a:prstGeom>
          <a:noFill/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1F6F5213-B56C-7A97-3A80-D8D8F29D632E}"/>
              </a:ext>
            </a:extLst>
          </p:cNvPr>
          <p:cNvSpPr/>
          <p:nvPr/>
        </p:nvSpPr>
        <p:spPr>
          <a:xfrm>
            <a:off x="4057698" y="3526564"/>
            <a:ext cx="265536" cy="684917"/>
          </a:xfrm>
          <a:custGeom>
            <a:avLst/>
            <a:gdLst>
              <a:gd name="csX0" fmla="*/ 63565 w 265536"/>
              <a:gd name="csY0" fmla="*/ 684917 h 684917"/>
              <a:gd name="csX1" fmla="*/ 264803 w 265536"/>
              <a:gd name="csY1" fmla="*/ 564880 h 684917"/>
              <a:gd name="csX2" fmla="*/ 16 w 265536"/>
              <a:gd name="csY2" fmla="*/ 480148 h 684917"/>
              <a:gd name="csX3" fmla="*/ 250681 w 265536"/>
              <a:gd name="csY3" fmla="*/ 374233 h 684917"/>
              <a:gd name="csX4" fmla="*/ 7077 w 265536"/>
              <a:gd name="csY4" fmla="*/ 300092 h 684917"/>
              <a:gd name="csX5" fmla="*/ 240090 w 265536"/>
              <a:gd name="csY5" fmla="*/ 201238 h 684917"/>
              <a:gd name="csX6" fmla="*/ 130644 w 265536"/>
              <a:gd name="csY6" fmla="*/ 137689 h 684917"/>
              <a:gd name="csX7" fmla="*/ 112992 w 265536"/>
              <a:gd name="csY7" fmla="*/ 70610 h 684917"/>
              <a:gd name="csX8" fmla="*/ 112992 w 265536"/>
              <a:gd name="csY8" fmla="*/ 0 h 68491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265536" h="684917">
                <a:moveTo>
                  <a:pt x="63565" y="684917"/>
                </a:moveTo>
                <a:cubicBezTo>
                  <a:pt x="169479" y="641962"/>
                  <a:pt x="275394" y="599008"/>
                  <a:pt x="264803" y="564880"/>
                </a:cubicBezTo>
                <a:cubicBezTo>
                  <a:pt x="254212" y="530752"/>
                  <a:pt x="2370" y="511922"/>
                  <a:pt x="16" y="480148"/>
                </a:cubicBezTo>
                <a:cubicBezTo>
                  <a:pt x="-2338" y="448374"/>
                  <a:pt x="249504" y="404242"/>
                  <a:pt x="250681" y="374233"/>
                </a:cubicBezTo>
                <a:cubicBezTo>
                  <a:pt x="251858" y="344224"/>
                  <a:pt x="8842" y="328924"/>
                  <a:pt x="7077" y="300092"/>
                </a:cubicBezTo>
                <a:cubicBezTo>
                  <a:pt x="5312" y="271260"/>
                  <a:pt x="219496" y="228305"/>
                  <a:pt x="240090" y="201238"/>
                </a:cubicBezTo>
                <a:cubicBezTo>
                  <a:pt x="260684" y="174171"/>
                  <a:pt x="151827" y="159460"/>
                  <a:pt x="130644" y="137689"/>
                </a:cubicBezTo>
                <a:cubicBezTo>
                  <a:pt x="109461" y="115918"/>
                  <a:pt x="115934" y="93558"/>
                  <a:pt x="112992" y="70610"/>
                </a:cubicBezTo>
                <a:cubicBezTo>
                  <a:pt x="110050" y="47662"/>
                  <a:pt x="111521" y="23831"/>
                  <a:pt x="112992" y="0"/>
                </a:cubicBezTo>
              </a:path>
            </a:pathLst>
          </a:custGeom>
          <a:noFill/>
          <a:ln>
            <a:solidFill>
              <a:schemeClr val="accent2"/>
            </a:solidFill>
            <a:tailEnd type="stealth" w="lg" len="lg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DDAE6C5F-8700-400A-CA85-7178A248AB77}"/>
              </a:ext>
            </a:extLst>
          </p:cNvPr>
          <p:cNvSpPr/>
          <p:nvPr/>
        </p:nvSpPr>
        <p:spPr>
          <a:xfrm>
            <a:off x="4382914" y="3700320"/>
            <a:ext cx="265536" cy="684917"/>
          </a:xfrm>
          <a:custGeom>
            <a:avLst/>
            <a:gdLst>
              <a:gd name="csX0" fmla="*/ 63565 w 265536"/>
              <a:gd name="csY0" fmla="*/ 684917 h 684917"/>
              <a:gd name="csX1" fmla="*/ 264803 w 265536"/>
              <a:gd name="csY1" fmla="*/ 564880 h 684917"/>
              <a:gd name="csX2" fmla="*/ 16 w 265536"/>
              <a:gd name="csY2" fmla="*/ 480148 h 684917"/>
              <a:gd name="csX3" fmla="*/ 250681 w 265536"/>
              <a:gd name="csY3" fmla="*/ 374233 h 684917"/>
              <a:gd name="csX4" fmla="*/ 7077 w 265536"/>
              <a:gd name="csY4" fmla="*/ 300092 h 684917"/>
              <a:gd name="csX5" fmla="*/ 240090 w 265536"/>
              <a:gd name="csY5" fmla="*/ 201238 h 684917"/>
              <a:gd name="csX6" fmla="*/ 130644 w 265536"/>
              <a:gd name="csY6" fmla="*/ 137689 h 684917"/>
              <a:gd name="csX7" fmla="*/ 112992 w 265536"/>
              <a:gd name="csY7" fmla="*/ 70610 h 684917"/>
              <a:gd name="csX8" fmla="*/ 112992 w 265536"/>
              <a:gd name="csY8" fmla="*/ 0 h 68491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265536" h="684917">
                <a:moveTo>
                  <a:pt x="63565" y="684917"/>
                </a:moveTo>
                <a:cubicBezTo>
                  <a:pt x="169479" y="641962"/>
                  <a:pt x="275394" y="599008"/>
                  <a:pt x="264803" y="564880"/>
                </a:cubicBezTo>
                <a:cubicBezTo>
                  <a:pt x="254212" y="530752"/>
                  <a:pt x="2370" y="511922"/>
                  <a:pt x="16" y="480148"/>
                </a:cubicBezTo>
                <a:cubicBezTo>
                  <a:pt x="-2338" y="448374"/>
                  <a:pt x="249504" y="404242"/>
                  <a:pt x="250681" y="374233"/>
                </a:cubicBezTo>
                <a:cubicBezTo>
                  <a:pt x="251858" y="344224"/>
                  <a:pt x="8842" y="328924"/>
                  <a:pt x="7077" y="300092"/>
                </a:cubicBezTo>
                <a:cubicBezTo>
                  <a:pt x="5312" y="271260"/>
                  <a:pt x="219496" y="228305"/>
                  <a:pt x="240090" y="201238"/>
                </a:cubicBezTo>
                <a:cubicBezTo>
                  <a:pt x="260684" y="174171"/>
                  <a:pt x="151827" y="159460"/>
                  <a:pt x="130644" y="137689"/>
                </a:cubicBezTo>
                <a:cubicBezTo>
                  <a:pt x="109461" y="115918"/>
                  <a:pt x="115934" y="93558"/>
                  <a:pt x="112992" y="70610"/>
                </a:cubicBezTo>
                <a:cubicBezTo>
                  <a:pt x="110050" y="47662"/>
                  <a:pt x="111521" y="23831"/>
                  <a:pt x="112992" y="0"/>
                </a:cubicBezTo>
              </a:path>
            </a:pathLst>
          </a:custGeom>
          <a:noFill/>
          <a:ln>
            <a:solidFill>
              <a:schemeClr val="accent2"/>
            </a:solidFill>
            <a:tailEnd type="stealth" w="lg" len="lg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F8DCA14-F842-90E5-8C2F-F5211B1724DE}"/>
              </a:ext>
            </a:extLst>
          </p:cNvPr>
          <p:cNvSpPr txBox="1"/>
          <p:nvPr/>
        </p:nvSpPr>
        <p:spPr>
          <a:xfrm>
            <a:off x="4072507" y="4185448"/>
            <a:ext cx="5366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Univers 47 Condensed Light" pitchFamily="50" charset="0"/>
              </a:rPr>
              <a:t>ET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8F83F7BC-9C8A-26EC-B3BA-75A7F6ACAFB6}"/>
              </a:ext>
            </a:extLst>
          </p:cNvPr>
          <p:cNvCxnSpPr>
            <a:cxnSpLocks/>
          </p:cNvCxnSpPr>
          <p:nvPr/>
        </p:nvCxnSpPr>
        <p:spPr>
          <a:xfrm flipH="1">
            <a:off x="2199406" y="5000933"/>
            <a:ext cx="2058247" cy="0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610351F4-8532-701A-46FE-EE553CF53A34}"/>
              </a:ext>
            </a:extLst>
          </p:cNvPr>
          <p:cNvCxnSpPr>
            <a:cxnSpLocks/>
          </p:cNvCxnSpPr>
          <p:nvPr/>
        </p:nvCxnSpPr>
        <p:spPr>
          <a:xfrm flipH="1">
            <a:off x="145521" y="4888546"/>
            <a:ext cx="2049017" cy="0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Isosceles Triangle 23">
            <a:extLst>
              <a:ext uri="{FF2B5EF4-FFF2-40B4-BE49-F238E27FC236}">
                <a16:creationId xmlns:a16="http://schemas.microsoft.com/office/drawing/2014/main" id="{7375AA7D-51AC-0F63-90F6-F96E6049D1CA}"/>
              </a:ext>
            </a:extLst>
          </p:cNvPr>
          <p:cNvSpPr/>
          <p:nvPr/>
        </p:nvSpPr>
        <p:spPr>
          <a:xfrm rot="10800000">
            <a:off x="2441055" y="4914965"/>
            <a:ext cx="105913" cy="78942"/>
          </a:xfrm>
          <a:prstGeom prst="triangl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1629DCEC-B675-3C31-D70C-373C271F691B}"/>
              </a:ext>
            </a:extLst>
          </p:cNvPr>
          <p:cNvCxnSpPr>
            <a:cxnSpLocks/>
          </p:cNvCxnSpPr>
          <p:nvPr/>
        </p:nvCxnSpPr>
        <p:spPr>
          <a:xfrm flipH="1">
            <a:off x="145520" y="1433974"/>
            <a:ext cx="2049017" cy="0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Isosceles Triangle 25">
            <a:extLst>
              <a:ext uri="{FF2B5EF4-FFF2-40B4-BE49-F238E27FC236}">
                <a16:creationId xmlns:a16="http://schemas.microsoft.com/office/drawing/2014/main" id="{BB58910A-1C24-7D99-D99F-8DA2804E5621}"/>
              </a:ext>
            </a:extLst>
          </p:cNvPr>
          <p:cNvSpPr/>
          <p:nvPr/>
        </p:nvSpPr>
        <p:spPr>
          <a:xfrm rot="10800000">
            <a:off x="1846456" y="1351973"/>
            <a:ext cx="105913" cy="78942"/>
          </a:xfrm>
          <a:prstGeom prst="triangl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Arrow: Down 27">
            <a:extLst>
              <a:ext uri="{FF2B5EF4-FFF2-40B4-BE49-F238E27FC236}">
                <a16:creationId xmlns:a16="http://schemas.microsoft.com/office/drawing/2014/main" id="{17F978CB-D839-AE73-770F-27E78925377B}"/>
              </a:ext>
            </a:extLst>
          </p:cNvPr>
          <p:cNvSpPr/>
          <p:nvPr/>
        </p:nvSpPr>
        <p:spPr>
          <a:xfrm>
            <a:off x="3220478" y="4888546"/>
            <a:ext cx="258529" cy="327972"/>
          </a:xfrm>
          <a:prstGeom prst="downArrow">
            <a:avLst/>
          </a:prstGeom>
          <a:solidFill>
            <a:schemeClr val="tx2">
              <a:lumMod val="25000"/>
              <a:lumOff val="75000"/>
            </a:schemeClr>
          </a:solidFill>
          <a:ln w="6350">
            <a:solidFill>
              <a:schemeClr val="accent1">
                <a:shade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6443DAB-6907-30FF-1024-EC38B9641382}"/>
              </a:ext>
            </a:extLst>
          </p:cNvPr>
          <p:cNvSpPr txBox="1"/>
          <p:nvPr/>
        </p:nvSpPr>
        <p:spPr>
          <a:xfrm>
            <a:off x="2806148" y="5164592"/>
            <a:ext cx="11914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Univers 47 Condensed Light" pitchFamily="50" charset="0"/>
              </a:rPr>
              <a:t>Recharge</a:t>
            </a:r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4CC4D839-499E-D11E-FAEB-EFE446B4221B}"/>
              </a:ext>
            </a:extLst>
          </p:cNvPr>
          <p:cNvSpPr/>
          <p:nvPr/>
        </p:nvSpPr>
        <p:spPr>
          <a:xfrm>
            <a:off x="1730080" y="2995090"/>
            <a:ext cx="265536" cy="684917"/>
          </a:xfrm>
          <a:custGeom>
            <a:avLst/>
            <a:gdLst>
              <a:gd name="csX0" fmla="*/ 63565 w 265536"/>
              <a:gd name="csY0" fmla="*/ 684917 h 684917"/>
              <a:gd name="csX1" fmla="*/ 264803 w 265536"/>
              <a:gd name="csY1" fmla="*/ 564880 h 684917"/>
              <a:gd name="csX2" fmla="*/ 16 w 265536"/>
              <a:gd name="csY2" fmla="*/ 480148 h 684917"/>
              <a:gd name="csX3" fmla="*/ 250681 w 265536"/>
              <a:gd name="csY3" fmla="*/ 374233 h 684917"/>
              <a:gd name="csX4" fmla="*/ 7077 w 265536"/>
              <a:gd name="csY4" fmla="*/ 300092 h 684917"/>
              <a:gd name="csX5" fmla="*/ 240090 w 265536"/>
              <a:gd name="csY5" fmla="*/ 201238 h 684917"/>
              <a:gd name="csX6" fmla="*/ 130644 w 265536"/>
              <a:gd name="csY6" fmla="*/ 137689 h 684917"/>
              <a:gd name="csX7" fmla="*/ 112992 w 265536"/>
              <a:gd name="csY7" fmla="*/ 70610 h 684917"/>
              <a:gd name="csX8" fmla="*/ 112992 w 265536"/>
              <a:gd name="csY8" fmla="*/ 0 h 68491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265536" h="684917">
                <a:moveTo>
                  <a:pt x="63565" y="684917"/>
                </a:moveTo>
                <a:cubicBezTo>
                  <a:pt x="169479" y="641962"/>
                  <a:pt x="275394" y="599008"/>
                  <a:pt x="264803" y="564880"/>
                </a:cubicBezTo>
                <a:cubicBezTo>
                  <a:pt x="254212" y="530752"/>
                  <a:pt x="2370" y="511922"/>
                  <a:pt x="16" y="480148"/>
                </a:cubicBezTo>
                <a:cubicBezTo>
                  <a:pt x="-2338" y="448374"/>
                  <a:pt x="249504" y="404242"/>
                  <a:pt x="250681" y="374233"/>
                </a:cubicBezTo>
                <a:cubicBezTo>
                  <a:pt x="251858" y="344224"/>
                  <a:pt x="8842" y="328924"/>
                  <a:pt x="7077" y="300092"/>
                </a:cubicBezTo>
                <a:cubicBezTo>
                  <a:pt x="5312" y="271260"/>
                  <a:pt x="219496" y="228305"/>
                  <a:pt x="240090" y="201238"/>
                </a:cubicBezTo>
                <a:cubicBezTo>
                  <a:pt x="260684" y="174171"/>
                  <a:pt x="151827" y="159460"/>
                  <a:pt x="130644" y="137689"/>
                </a:cubicBezTo>
                <a:cubicBezTo>
                  <a:pt x="109461" y="115918"/>
                  <a:pt x="115934" y="93558"/>
                  <a:pt x="112992" y="70610"/>
                </a:cubicBezTo>
                <a:cubicBezTo>
                  <a:pt x="110050" y="47662"/>
                  <a:pt x="111521" y="23831"/>
                  <a:pt x="112992" y="0"/>
                </a:cubicBezTo>
              </a:path>
            </a:pathLst>
          </a:custGeom>
          <a:noFill/>
          <a:ln>
            <a:solidFill>
              <a:schemeClr val="accent2"/>
            </a:solidFill>
            <a:tailEnd type="stealth" w="lg" len="lg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Freeform: Shape 30">
            <a:extLst>
              <a:ext uri="{FF2B5EF4-FFF2-40B4-BE49-F238E27FC236}">
                <a16:creationId xmlns:a16="http://schemas.microsoft.com/office/drawing/2014/main" id="{66335E00-0069-2310-AB85-3D1F7C8877E3}"/>
              </a:ext>
            </a:extLst>
          </p:cNvPr>
          <p:cNvSpPr/>
          <p:nvPr/>
        </p:nvSpPr>
        <p:spPr>
          <a:xfrm>
            <a:off x="2055296" y="3145986"/>
            <a:ext cx="265536" cy="684917"/>
          </a:xfrm>
          <a:custGeom>
            <a:avLst/>
            <a:gdLst>
              <a:gd name="csX0" fmla="*/ 63565 w 265536"/>
              <a:gd name="csY0" fmla="*/ 684917 h 684917"/>
              <a:gd name="csX1" fmla="*/ 264803 w 265536"/>
              <a:gd name="csY1" fmla="*/ 564880 h 684917"/>
              <a:gd name="csX2" fmla="*/ 16 w 265536"/>
              <a:gd name="csY2" fmla="*/ 480148 h 684917"/>
              <a:gd name="csX3" fmla="*/ 250681 w 265536"/>
              <a:gd name="csY3" fmla="*/ 374233 h 684917"/>
              <a:gd name="csX4" fmla="*/ 7077 w 265536"/>
              <a:gd name="csY4" fmla="*/ 300092 h 684917"/>
              <a:gd name="csX5" fmla="*/ 240090 w 265536"/>
              <a:gd name="csY5" fmla="*/ 201238 h 684917"/>
              <a:gd name="csX6" fmla="*/ 130644 w 265536"/>
              <a:gd name="csY6" fmla="*/ 137689 h 684917"/>
              <a:gd name="csX7" fmla="*/ 112992 w 265536"/>
              <a:gd name="csY7" fmla="*/ 70610 h 684917"/>
              <a:gd name="csX8" fmla="*/ 112992 w 265536"/>
              <a:gd name="csY8" fmla="*/ 0 h 68491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265536" h="684917">
                <a:moveTo>
                  <a:pt x="63565" y="684917"/>
                </a:moveTo>
                <a:cubicBezTo>
                  <a:pt x="169479" y="641962"/>
                  <a:pt x="275394" y="599008"/>
                  <a:pt x="264803" y="564880"/>
                </a:cubicBezTo>
                <a:cubicBezTo>
                  <a:pt x="254212" y="530752"/>
                  <a:pt x="2370" y="511922"/>
                  <a:pt x="16" y="480148"/>
                </a:cubicBezTo>
                <a:cubicBezTo>
                  <a:pt x="-2338" y="448374"/>
                  <a:pt x="249504" y="404242"/>
                  <a:pt x="250681" y="374233"/>
                </a:cubicBezTo>
                <a:cubicBezTo>
                  <a:pt x="251858" y="344224"/>
                  <a:pt x="8842" y="328924"/>
                  <a:pt x="7077" y="300092"/>
                </a:cubicBezTo>
                <a:cubicBezTo>
                  <a:pt x="5312" y="271260"/>
                  <a:pt x="219496" y="228305"/>
                  <a:pt x="240090" y="201238"/>
                </a:cubicBezTo>
                <a:cubicBezTo>
                  <a:pt x="260684" y="174171"/>
                  <a:pt x="151827" y="159460"/>
                  <a:pt x="130644" y="137689"/>
                </a:cubicBezTo>
                <a:cubicBezTo>
                  <a:pt x="109461" y="115918"/>
                  <a:pt x="115934" y="93558"/>
                  <a:pt x="112992" y="70610"/>
                </a:cubicBezTo>
                <a:cubicBezTo>
                  <a:pt x="110050" y="47662"/>
                  <a:pt x="111521" y="23831"/>
                  <a:pt x="112992" y="0"/>
                </a:cubicBezTo>
              </a:path>
            </a:pathLst>
          </a:custGeom>
          <a:noFill/>
          <a:ln>
            <a:solidFill>
              <a:schemeClr val="accent2"/>
            </a:solidFill>
            <a:tailEnd type="stealth" w="lg" len="lg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44D08AC7-841D-6CFB-B1A3-7CF4C8E4058C}"/>
              </a:ext>
            </a:extLst>
          </p:cNvPr>
          <p:cNvSpPr txBox="1"/>
          <p:nvPr/>
        </p:nvSpPr>
        <p:spPr>
          <a:xfrm>
            <a:off x="1750560" y="3655100"/>
            <a:ext cx="5366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Univers 47 Condensed Light" pitchFamily="50" charset="0"/>
              </a:rPr>
              <a:t>ET</a:t>
            </a:r>
          </a:p>
        </p:txBody>
      </p:sp>
      <p:sp>
        <p:nvSpPr>
          <p:cNvPr id="33" name="Arrow: Down 32">
            <a:extLst>
              <a:ext uri="{FF2B5EF4-FFF2-40B4-BE49-F238E27FC236}">
                <a16:creationId xmlns:a16="http://schemas.microsoft.com/office/drawing/2014/main" id="{99C72853-1BEB-9F99-956E-DC1B49938BDE}"/>
              </a:ext>
            </a:extLst>
          </p:cNvPr>
          <p:cNvSpPr/>
          <p:nvPr/>
        </p:nvSpPr>
        <p:spPr>
          <a:xfrm>
            <a:off x="1020611" y="4769279"/>
            <a:ext cx="258529" cy="327972"/>
          </a:xfrm>
          <a:prstGeom prst="downArrow">
            <a:avLst/>
          </a:prstGeom>
          <a:solidFill>
            <a:schemeClr val="tx2">
              <a:lumMod val="25000"/>
              <a:lumOff val="75000"/>
            </a:schemeClr>
          </a:solidFill>
          <a:ln w="6350">
            <a:solidFill>
              <a:schemeClr val="accent1">
                <a:shade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A35FA7ED-27CD-8797-AB37-A583CCA521BD}"/>
              </a:ext>
            </a:extLst>
          </p:cNvPr>
          <p:cNvSpPr txBox="1"/>
          <p:nvPr/>
        </p:nvSpPr>
        <p:spPr>
          <a:xfrm>
            <a:off x="682188" y="5016771"/>
            <a:ext cx="11914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Univers 47 Condensed Light" pitchFamily="50" charset="0"/>
              </a:rPr>
              <a:t>Recharge</a:t>
            </a:r>
          </a:p>
        </p:txBody>
      </p:sp>
      <p:sp>
        <p:nvSpPr>
          <p:cNvPr id="36" name="Isosceles Triangle 35">
            <a:extLst>
              <a:ext uri="{FF2B5EF4-FFF2-40B4-BE49-F238E27FC236}">
                <a16:creationId xmlns:a16="http://schemas.microsoft.com/office/drawing/2014/main" id="{DD652EC0-598D-BB92-19EC-FB4B6A8AA6EF}"/>
              </a:ext>
            </a:extLst>
          </p:cNvPr>
          <p:cNvSpPr/>
          <p:nvPr/>
        </p:nvSpPr>
        <p:spPr>
          <a:xfrm rot="10800000">
            <a:off x="243148" y="4804164"/>
            <a:ext cx="105913" cy="78942"/>
          </a:xfrm>
          <a:prstGeom prst="triangl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36">
            <a:extLst>
              <a:ext uri="{FF2B5EF4-FFF2-40B4-BE49-F238E27FC236}">
                <a16:creationId xmlns:a16="http://schemas.microsoft.com/office/drawing/2014/main" id="{929C0FAB-F0DB-9341-4E1B-FBF05DAA9A90}"/>
              </a:ext>
            </a:extLst>
          </p:cNvPr>
          <p:cNvSpPr/>
          <p:nvPr/>
        </p:nvSpPr>
        <p:spPr>
          <a:xfrm>
            <a:off x="1721539" y="20818"/>
            <a:ext cx="265536" cy="684917"/>
          </a:xfrm>
          <a:custGeom>
            <a:avLst/>
            <a:gdLst>
              <a:gd name="csX0" fmla="*/ 63565 w 265536"/>
              <a:gd name="csY0" fmla="*/ 684917 h 684917"/>
              <a:gd name="csX1" fmla="*/ 264803 w 265536"/>
              <a:gd name="csY1" fmla="*/ 564880 h 684917"/>
              <a:gd name="csX2" fmla="*/ 16 w 265536"/>
              <a:gd name="csY2" fmla="*/ 480148 h 684917"/>
              <a:gd name="csX3" fmla="*/ 250681 w 265536"/>
              <a:gd name="csY3" fmla="*/ 374233 h 684917"/>
              <a:gd name="csX4" fmla="*/ 7077 w 265536"/>
              <a:gd name="csY4" fmla="*/ 300092 h 684917"/>
              <a:gd name="csX5" fmla="*/ 240090 w 265536"/>
              <a:gd name="csY5" fmla="*/ 201238 h 684917"/>
              <a:gd name="csX6" fmla="*/ 130644 w 265536"/>
              <a:gd name="csY6" fmla="*/ 137689 h 684917"/>
              <a:gd name="csX7" fmla="*/ 112992 w 265536"/>
              <a:gd name="csY7" fmla="*/ 70610 h 684917"/>
              <a:gd name="csX8" fmla="*/ 112992 w 265536"/>
              <a:gd name="csY8" fmla="*/ 0 h 68491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265536" h="684917">
                <a:moveTo>
                  <a:pt x="63565" y="684917"/>
                </a:moveTo>
                <a:cubicBezTo>
                  <a:pt x="169479" y="641962"/>
                  <a:pt x="275394" y="599008"/>
                  <a:pt x="264803" y="564880"/>
                </a:cubicBezTo>
                <a:cubicBezTo>
                  <a:pt x="254212" y="530752"/>
                  <a:pt x="2370" y="511922"/>
                  <a:pt x="16" y="480148"/>
                </a:cubicBezTo>
                <a:cubicBezTo>
                  <a:pt x="-2338" y="448374"/>
                  <a:pt x="249504" y="404242"/>
                  <a:pt x="250681" y="374233"/>
                </a:cubicBezTo>
                <a:cubicBezTo>
                  <a:pt x="251858" y="344224"/>
                  <a:pt x="8842" y="328924"/>
                  <a:pt x="7077" y="300092"/>
                </a:cubicBezTo>
                <a:cubicBezTo>
                  <a:pt x="5312" y="271260"/>
                  <a:pt x="219496" y="228305"/>
                  <a:pt x="240090" y="201238"/>
                </a:cubicBezTo>
                <a:cubicBezTo>
                  <a:pt x="260684" y="174171"/>
                  <a:pt x="151827" y="159460"/>
                  <a:pt x="130644" y="137689"/>
                </a:cubicBezTo>
                <a:cubicBezTo>
                  <a:pt x="109461" y="115918"/>
                  <a:pt x="115934" y="93558"/>
                  <a:pt x="112992" y="70610"/>
                </a:cubicBezTo>
                <a:cubicBezTo>
                  <a:pt x="110050" y="47662"/>
                  <a:pt x="111521" y="23831"/>
                  <a:pt x="112992" y="0"/>
                </a:cubicBezTo>
              </a:path>
            </a:pathLst>
          </a:custGeom>
          <a:noFill/>
          <a:ln>
            <a:solidFill>
              <a:schemeClr val="accent2"/>
            </a:solidFill>
            <a:tailEnd type="stealth" w="lg" len="lg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Freeform: Shape 37">
            <a:extLst>
              <a:ext uri="{FF2B5EF4-FFF2-40B4-BE49-F238E27FC236}">
                <a16:creationId xmlns:a16="http://schemas.microsoft.com/office/drawing/2014/main" id="{C2BEAA25-3A94-7EB0-F90C-E1D3DEA56357}"/>
              </a:ext>
            </a:extLst>
          </p:cNvPr>
          <p:cNvSpPr/>
          <p:nvPr/>
        </p:nvSpPr>
        <p:spPr>
          <a:xfrm>
            <a:off x="2046755" y="171714"/>
            <a:ext cx="265536" cy="684917"/>
          </a:xfrm>
          <a:custGeom>
            <a:avLst/>
            <a:gdLst>
              <a:gd name="csX0" fmla="*/ 63565 w 265536"/>
              <a:gd name="csY0" fmla="*/ 684917 h 684917"/>
              <a:gd name="csX1" fmla="*/ 264803 w 265536"/>
              <a:gd name="csY1" fmla="*/ 564880 h 684917"/>
              <a:gd name="csX2" fmla="*/ 16 w 265536"/>
              <a:gd name="csY2" fmla="*/ 480148 h 684917"/>
              <a:gd name="csX3" fmla="*/ 250681 w 265536"/>
              <a:gd name="csY3" fmla="*/ 374233 h 684917"/>
              <a:gd name="csX4" fmla="*/ 7077 w 265536"/>
              <a:gd name="csY4" fmla="*/ 300092 h 684917"/>
              <a:gd name="csX5" fmla="*/ 240090 w 265536"/>
              <a:gd name="csY5" fmla="*/ 201238 h 684917"/>
              <a:gd name="csX6" fmla="*/ 130644 w 265536"/>
              <a:gd name="csY6" fmla="*/ 137689 h 684917"/>
              <a:gd name="csX7" fmla="*/ 112992 w 265536"/>
              <a:gd name="csY7" fmla="*/ 70610 h 684917"/>
              <a:gd name="csX8" fmla="*/ 112992 w 265536"/>
              <a:gd name="csY8" fmla="*/ 0 h 68491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265536" h="684917">
                <a:moveTo>
                  <a:pt x="63565" y="684917"/>
                </a:moveTo>
                <a:cubicBezTo>
                  <a:pt x="169479" y="641962"/>
                  <a:pt x="275394" y="599008"/>
                  <a:pt x="264803" y="564880"/>
                </a:cubicBezTo>
                <a:cubicBezTo>
                  <a:pt x="254212" y="530752"/>
                  <a:pt x="2370" y="511922"/>
                  <a:pt x="16" y="480148"/>
                </a:cubicBezTo>
                <a:cubicBezTo>
                  <a:pt x="-2338" y="448374"/>
                  <a:pt x="249504" y="404242"/>
                  <a:pt x="250681" y="374233"/>
                </a:cubicBezTo>
                <a:cubicBezTo>
                  <a:pt x="251858" y="344224"/>
                  <a:pt x="8842" y="328924"/>
                  <a:pt x="7077" y="300092"/>
                </a:cubicBezTo>
                <a:cubicBezTo>
                  <a:pt x="5312" y="271260"/>
                  <a:pt x="219496" y="228305"/>
                  <a:pt x="240090" y="201238"/>
                </a:cubicBezTo>
                <a:cubicBezTo>
                  <a:pt x="260684" y="174171"/>
                  <a:pt x="151827" y="159460"/>
                  <a:pt x="130644" y="137689"/>
                </a:cubicBezTo>
                <a:cubicBezTo>
                  <a:pt x="109461" y="115918"/>
                  <a:pt x="115934" y="93558"/>
                  <a:pt x="112992" y="70610"/>
                </a:cubicBezTo>
                <a:cubicBezTo>
                  <a:pt x="110050" y="47662"/>
                  <a:pt x="111521" y="23831"/>
                  <a:pt x="112992" y="0"/>
                </a:cubicBezTo>
              </a:path>
            </a:pathLst>
          </a:custGeom>
          <a:noFill/>
          <a:ln>
            <a:solidFill>
              <a:schemeClr val="accent2"/>
            </a:solidFill>
            <a:tailEnd type="stealth" w="lg" len="lg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BA669A1A-8FE7-6928-9EA1-84AE82B66BDA}"/>
              </a:ext>
            </a:extLst>
          </p:cNvPr>
          <p:cNvSpPr txBox="1"/>
          <p:nvPr/>
        </p:nvSpPr>
        <p:spPr>
          <a:xfrm>
            <a:off x="1742019" y="757031"/>
            <a:ext cx="536646" cy="2909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400"/>
              </a:lnSpc>
            </a:pPr>
            <a:r>
              <a:rPr lang="en-US" dirty="0">
                <a:latin typeface="Univers 47 Condensed Light" pitchFamily="50" charset="0"/>
              </a:rPr>
              <a:t>ET</a:t>
            </a:r>
          </a:p>
        </p:txBody>
      </p:sp>
      <p:sp>
        <p:nvSpPr>
          <p:cNvPr id="40" name="Arrow: Down 39">
            <a:extLst>
              <a:ext uri="{FF2B5EF4-FFF2-40B4-BE49-F238E27FC236}">
                <a16:creationId xmlns:a16="http://schemas.microsoft.com/office/drawing/2014/main" id="{41D0FE43-23AE-B3C7-6B65-5D586D815DE0}"/>
              </a:ext>
            </a:extLst>
          </p:cNvPr>
          <p:cNvSpPr/>
          <p:nvPr/>
        </p:nvSpPr>
        <p:spPr>
          <a:xfrm>
            <a:off x="1012070" y="1317938"/>
            <a:ext cx="258529" cy="327972"/>
          </a:xfrm>
          <a:prstGeom prst="downArrow">
            <a:avLst/>
          </a:prstGeom>
          <a:solidFill>
            <a:schemeClr val="tx2">
              <a:lumMod val="25000"/>
              <a:lumOff val="75000"/>
            </a:schemeClr>
          </a:solidFill>
          <a:ln w="6350">
            <a:solidFill>
              <a:schemeClr val="accent1">
                <a:shade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A234AFA5-E159-55CE-C188-398DBB3E90CE}"/>
              </a:ext>
            </a:extLst>
          </p:cNvPr>
          <p:cNvSpPr txBox="1"/>
          <p:nvPr/>
        </p:nvSpPr>
        <p:spPr>
          <a:xfrm>
            <a:off x="689180" y="1593984"/>
            <a:ext cx="11914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Univers 47 Condensed Light" pitchFamily="50" charset="0"/>
              </a:rPr>
              <a:t>Recharge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F5D09D8A-4628-6DA1-FDAB-8F4383F582CA}"/>
              </a:ext>
            </a:extLst>
          </p:cNvPr>
          <p:cNvSpPr txBox="1"/>
          <p:nvPr/>
        </p:nvSpPr>
        <p:spPr>
          <a:xfrm>
            <a:off x="6345045" y="411270"/>
            <a:ext cx="1613739" cy="2909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400"/>
              </a:lnSpc>
            </a:pPr>
            <a:r>
              <a:rPr lang="en-US" dirty="0">
                <a:latin typeface="Univers 47 Condensed Light" pitchFamily="50" charset="0"/>
              </a:rPr>
              <a:t>Lake stage, </a:t>
            </a:r>
            <a:r>
              <a:rPr lang="en-US" i="1" dirty="0">
                <a:latin typeface="Univers 47 Condensed Light" pitchFamily="50" charset="0"/>
              </a:rPr>
              <a:t>t</a:t>
            </a:r>
            <a:r>
              <a:rPr lang="en-US" i="1" baseline="-25000" dirty="0">
                <a:latin typeface="Univers 47 Condensed Light" pitchFamily="50" charset="0"/>
              </a:rPr>
              <a:t>0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D84D944A-B41F-A0B8-8F4C-27D578141C1E}"/>
              </a:ext>
            </a:extLst>
          </p:cNvPr>
          <p:cNvSpPr txBox="1"/>
          <p:nvPr/>
        </p:nvSpPr>
        <p:spPr>
          <a:xfrm>
            <a:off x="6345046" y="3876284"/>
            <a:ext cx="16137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Univers 47 Condensed Light" pitchFamily="50" charset="0"/>
              </a:rPr>
              <a:t>Lake stage, </a:t>
            </a:r>
            <a:r>
              <a:rPr lang="en-US" i="1" dirty="0">
                <a:latin typeface="Univers 47 Condensed Light" pitchFamily="50" charset="0"/>
              </a:rPr>
              <a:t>t</a:t>
            </a:r>
            <a:r>
              <a:rPr lang="en-US" i="1" baseline="-25000" dirty="0">
                <a:latin typeface="Univers 47 Condensed Light" pitchFamily="50" charset="0"/>
              </a:rPr>
              <a:t>1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9A7B2E6C-69DB-23D7-33DA-FCFB2BB6102B}"/>
              </a:ext>
            </a:extLst>
          </p:cNvPr>
          <p:cNvSpPr txBox="1"/>
          <p:nvPr/>
        </p:nvSpPr>
        <p:spPr>
          <a:xfrm>
            <a:off x="2635183" y="2054032"/>
            <a:ext cx="1163576" cy="5089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600"/>
              </a:lnSpc>
            </a:pPr>
            <a:r>
              <a:rPr lang="en-US" dirty="0">
                <a:latin typeface="Univers 47 Condensed Light" pitchFamily="50" charset="0"/>
              </a:rPr>
              <a:t>LAK-GWF connection</a:t>
            </a:r>
          </a:p>
        </p:txBody>
      </p:sp>
      <p:grpSp>
        <p:nvGrpSpPr>
          <p:cNvPr id="78" name="Group 77">
            <a:extLst>
              <a:ext uri="{FF2B5EF4-FFF2-40B4-BE49-F238E27FC236}">
                <a16:creationId xmlns:a16="http://schemas.microsoft.com/office/drawing/2014/main" id="{A6DD2403-903E-090C-A83B-1353A2946FDD}"/>
              </a:ext>
            </a:extLst>
          </p:cNvPr>
          <p:cNvGrpSpPr/>
          <p:nvPr/>
        </p:nvGrpSpPr>
        <p:grpSpPr>
          <a:xfrm>
            <a:off x="3190457" y="1641622"/>
            <a:ext cx="72888" cy="384175"/>
            <a:chOff x="3902765" y="1914940"/>
            <a:chExt cx="72888" cy="384175"/>
          </a:xfrm>
        </p:grpSpPr>
        <p:cxnSp>
          <p:nvCxnSpPr>
            <p:cNvPr id="74" name="Straight Arrow Connector 73">
              <a:extLst>
                <a:ext uri="{FF2B5EF4-FFF2-40B4-BE49-F238E27FC236}">
                  <a16:creationId xmlns:a16="http://schemas.microsoft.com/office/drawing/2014/main" id="{F39BF0C1-0848-6E44-41DD-45F6CA7970D9}"/>
                </a:ext>
              </a:extLst>
            </p:cNvPr>
            <p:cNvCxnSpPr>
              <a:cxnSpLocks/>
            </p:cNvCxnSpPr>
            <p:nvPr/>
          </p:nvCxnSpPr>
          <p:spPr>
            <a:xfrm>
              <a:off x="3902765" y="1914940"/>
              <a:ext cx="0" cy="331165"/>
            </a:xfrm>
            <a:prstGeom prst="straightConnector1">
              <a:avLst/>
            </a:prstGeom>
            <a:ln>
              <a:solidFill>
                <a:srgbClr val="00B050"/>
              </a:solidFill>
              <a:headEnd type="triangle" w="med" len="lg"/>
              <a:tailEnd type="none" w="med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Straight Arrow Connector 76">
              <a:extLst>
                <a:ext uri="{FF2B5EF4-FFF2-40B4-BE49-F238E27FC236}">
                  <a16:creationId xmlns:a16="http://schemas.microsoft.com/office/drawing/2014/main" id="{7EE86226-9B10-BD57-2D1F-257F1BE15A9C}"/>
                </a:ext>
              </a:extLst>
            </p:cNvPr>
            <p:cNvCxnSpPr>
              <a:cxnSpLocks/>
            </p:cNvCxnSpPr>
            <p:nvPr/>
          </p:nvCxnSpPr>
          <p:spPr>
            <a:xfrm>
              <a:off x="3975653" y="1967950"/>
              <a:ext cx="0" cy="331165"/>
            </a:xfrm>
            <a:prstGeom prst="straightConnector1">
              <a:avLst/>
            </a:prstGeom>
            <a:ln>
              <a:solidFill>
                <a:srgbClr val="00B050"/>
              </a:solidFill>
              <a:headEnd type="none" w="med" len="lg"/>
              <a:tailEnd type="triangle" w="med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9" name="TextBox 78">
            <a:extLst>
              <a:ext uri="{FF2B5EF4-FFF2-40B4-BE49-F238E27FC236}">
                <a16:creationId xmlns:a16="http://schemas.microsoft.com/office/drawing/2014/main" id="{9D8AF28A-24F3-FFFE-891E-7D10C56D2596}"/>
              </a:ext>
            </a:extLst>
          </p:cNvPr>
          <p:cNvSpPr txBox="1"/>
          <p:nvPr/>
        </p:nvSpPr>
        <p:spPr>
          <a:xfrm>
            <a:off x="72656" y="46762"/>
            <a:ext cx="3505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Univers 47 Condensed Light" pitchFamily="50" charset="0"/>
              </a:rPr>
              <a:t>A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41819C83-33EC-A8C0-9CE2-EC0938CD95E7}"/>
              </a:ext>
            </a:extLst>
          </p:cNvPr>
          <p:cNvSpPr txBox="1"/>
          <p:nvPr/>
        </p:nvSpPr>
        <p:spPr>
          <a:xfrm>
            <a:off x="65036" y="3049042"/>
            <a:ext cx="3505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Univers 47 Condensed Light" pitchFamily="50" charset="0"/>
              </a:rPr>
              <a:t>B</a:t>
            </a:r>
          </a:p>
        </p:txBody>
      </p:sp>
    </p:spTree>
    <p:extLst>
      <p:ext uri="{BB962C8B-B14F-4D97-AF65-F5344CB8AC3E}">
        <p14:creationId xmlns:p14="http://schemas.microsoft.com/office/powerpoint/2010/main" val="39448759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181</TotalTime>
  <Words>18</Words>
  <Application>Microsoft Office PowerPoint</Application>
  <PresentationFormat>Custom</PresentationFormat>
  <Paragraphs>11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Univers 47 Condensed Light</vt:lpstr>
      <vt:lpstr>Office Theme</vt:lpstr>
      <vt:lpstr>PowerPoint Presentation</vt:lpstr>
    </vt:vector>
  </TitlesOfParts>
  <Company>Department of the Interior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Morway, Eric</dc:creator>
  <cp:lastModifiedBy>Morway, Eric</cp:lastModifiedBy>
  <cp:revision>4</cp:revision>
  <dcterms:created xsi:type="dcterms:W3CDTF">2026-01-29T04:23:10Z</dcterms:created>
  <dcterms:modified xsi:type="dcterms:W3CDTF">2026-01-29T18:35:45Z</dcterms:modified>
</cp:coreProperties>
</file>